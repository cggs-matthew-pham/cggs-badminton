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0" r:id="rId6"/>
    <p:sldId id="257" r:id="rId7"/>
    <p:sldId id="258" r:id="rId8"/>
    <p:sldId id="276" r:id="rId9"/>
    <p:sldId id="277" r:id="rId10"/>
    <p:sldId id="27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44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7A80-D0FD-423F-95F9-E4D44F856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03211-5570-4483-9962-28D16C498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7857-4123-4722-A78B-7D4F60EC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04C4C-32A2-409A-A194-9D64AEC1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C84D0-3ECA-4A9A-8B0F-C227AC66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00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3A2C-58B7-45AF-B5EB-E0A58FCD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73CF-D0CC-497F-AD26-789039C3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786BF-9E26-4412-8829-3A2C1434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241E-6172-4556-B8E2-67847CC6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4FA48-A7ED-47D5-AA85-770E14FA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673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2560-69C0-4103-92A8-D7D92765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7049-4492-4211-86ED-716C6AB1D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436AC-5A60-43E3-840B-0598C3D7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E3ABF-56FC-42D7-9E46-33147B2F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953D7-8E04-4FB8-B953-DF3BCABB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867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0268-FFB2-4FA6-BD5C-7EE16A6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92BA-AC30-441C-80CB-A22F1C22C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ABCE0-5023-4DB3-9B46-130E1B527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DBDC0-2903-4A19-BA7F-EDCB5C56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996E1-7C37-43FC-8DCC-6ADA6C53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A1578-1388-4979-8AE7-B4543069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6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BEA9-81C2-43AE-BA99-A4BA774D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82C66-1881-4CA6-A982-D6E9C7C01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82D3A-8ADB-442B-BB6C-8FC7623E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A929A-5D07-4FF3-8F88-C0E943990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04C1A-558C-419A-82DA-C6C778932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9B892-E20A-40F8-BA19-F6862718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BFA1A-45F6-4808-B31A-7A28CA7D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82EBB-94D7-4411-BA84-DEA00600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67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F27B-0661-4C20-8352-085C2D6B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9DCE1-D603-4E7E-8748-08CBE9D4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61E5-0084-4F48-8A7F-736968BD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E491A-B7ED-4F8A-A5A8-AB80936E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61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A2B83-31B6-4DB8-B97B-AD0F0824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E57A1-1670-4756-A112-276651E5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AC0C8-AF8C-4841-B48B-99B43EEF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09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7C125-7B03-4C00-A90C-07D36082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2326F-7B2E-49A0-AAA6-988C49BC7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1636B-BD7C-4F13-BDB4-1699A653C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09B9-596B-4921-9642-389CB2CB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33312-2872-4F32-8200-A26038DB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FA901-60EF-4288-91B3-00CC11C20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238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0652-2791-4A21-B658-A7C9C440F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2AA2E-F5E9-479F-B66F-D1601438B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B16A0-ED8A-4BD6-B009-4F2007288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F24BB-ADEC-4ADD-9B5C-08DDA1FE6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9B6E1-5DC4-487F-998D-C202F4E3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8F672-A84D-4491-ACB3-39E78B68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31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424A8-DE09-4037-A8C0-D24CB98D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AFA80-84B5-4E4F-96B6-3BE98C3B8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8170C-1115-47EA-A3FB-EDCC64C37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D0C7C-E70C-452C-8D7B-C7D51D10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DF015-7CC0-4950-AEF7-B99125C1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0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FB561-6969-47E1-9871-3D90ED10A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3C8D0-71B2-4DFA-9493-7487D4D8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FAE73-082F-403E-A4D0-07097895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E80F-97D0-409D-AA7F-1A1007C5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C5B2B-6E81-4BB1-BB71-927381DD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37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07C1F-511B-462B-8ACA-5FE14C34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AFB5C-0ABB-4582-AAFF-5AA41BF32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14A67-5DBD-46B2-8CBA-A11C427EB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2E4B6-F926-4927-A854-02F49B164150}" type="datetimeFigureOut">
              <a:rPr lang="en-AU" smtClean="0"/>
              <a:t>17/08/2025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59B8D-641E-40F4-BB5A-0E3355868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EBBF-4C91-4B83-92B6-52A0B0B67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12F5-3BE1-411F-A692-6BC52C6BF3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767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ngall.com/shuttlecock-pn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ngall.com/shuttlecock-p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8BQ_X3C40gs" TargetMode="Externa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ngall.com/shuttlecock-p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340C81-6735-4781-918A-C70AF24BD70C}"/>
              </a:ext>
            </a:extLst>
          </p:cNvPr>
          <p:cNvSpPr txBox="1"/>
          <p:nvPr/>
        </p:nvSpPr>
        <p:spPr>
          <a:xfrm>
            <a:off x="2449705" y="-81664"/>
            <a:ext cx="7038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200" dirty="0">
                <a:solidFill>
                  <a:schemeClr val="bg1"/>
                </a:solidFill>
              </a:rPr>
              <a:t>House Badminton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568D6-6876-4554-98B3-847B828DE3FF}"/>
              </a:ext>
            </a:extLst>
          </p:cNvPr>
          <p:cNvSpPr txBox="1"/>
          <p:nvPr/>
        </p:nvSpPr>
        <p:spPr>
          <a:xfrm>
            <a:off x="268034" y="1118665"/>
            <a:ext cx="11655931" cy="538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chemeClr val="bg1"/>
                </a:solidFill>
              </a:rPr>
              <a:t>Rules: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Full court is used during play.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Rally point scoring – if you win a rally you gain a point and the right to serve.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Players must rotate between their own servers.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Service is from anywhere behind the front service line.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A true serve must land on or beyond the front service line on the other side.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Underarm service action is required.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When serving the racquet must hit the shuttle at waist height or lower.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600" dirty="0">
                <a:solidFill>
                  <a:schemeClr val="bg1"/>
                </a:solidFill>
              </a:rPr>
              <a:t>The winner is the team with the highest score at the end of the match.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D5B0A-44B0-4B19-9047-EC34341D4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5CE5CE-3FAE-4F43-92AE-0BC3C399D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4784663">
            <a:off x="-110808" y="235764"/>
            <a:ext cx="1005458" cy="75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1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7568D6-6876-4554-98B3-847B828DE3FF}"/>
              </a:ext>
            </a:extLst>
          </p:cNvPr>
          <p:cNvSpPr txBox="1"/>
          <p:nvPr/>
        </p:nvSpPr>
        <p:spPr>
          <a:xfrm>
            <a:off x="203470" y="1189777"/>
            <a:ext cx="117850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chemeClr val="bg1"/>
                </a:solidFill>
              </a:rPr>
              <a:t>A fault occurs if: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a serve hits the 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if the server attempting to serve misses the shuttle twice.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if in play the shuttle lands outside the court or passes through or under the 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the shuttle touches any other object other then player’s racquet or 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the shuttle is not hit on the strikers side of the 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the person touches the net with racquet or person.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the player slings or hits the shuttle twice in succession except with one stroke.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700" dirty="0">
                <a:solidFill>
                  <a:schemeClr val="bg1"/>
                </a:solidFill>
              </a:rPr>
              <a:t>the shuttle hits any part of the ceiling or bounces off a wall.</a:t>
            </a:r>
          </a:p>
          <a:p>
            <a:endParaRPr lang="en-AU" sz="36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D5B0A-44B0-4B19-9047-EC34341D4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768C0-F096-4525-AF05-AEB722538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4784663">
            <a:off x="-110808" y="235764"/>
            <a:ext cx="1005458" cy="750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AB3C87-6320-48E7-83D9-8F33B0BD0C42}"/>
              </a:ext>
            </a:extLst>
          </p:cNvPr>
          <p:cNvSpPr txBox="1"/>
          <p:nvPr/>
        </p:nvSpPr>
        <p:spPr>
          <a:xfrm>
            <a:off x="2449705" y="-81664"/>
            <a:ext cx="7038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200" dirty="0">
                <a:solidFill>
                  <a:schemeClr val="bg1"/>
                </a:solidFill>
              </a:rPr>
              <a:t>House Badminton</a:t>
            </a:r>
          </a:p>
        </p:txBody>
      </p:sp>
    </p:spTree>
    <p:extLst>
      <p:ext uri="{BB962C8B-B14F-4D97-AF65-F5344CB8AC3E}">
        <p14:creationId xmlns:p14="http://schemas.microsoft.com/office/powerpoint/2010/main" val="77903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3C9A-D586-44B9-8AB1-D6945A5C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39" y="280416"/>
            <a:ext cx="3628373" cy="998386"/>
          </a:xfrm>
        </p:spPr>
        <p:txBody>
          <a:bodyPr>
            <a:noAutofit/>
          </a:bodyPr>
          <a:lstStyle/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9:10 – 9:20 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68924" y="1642369"/>
            <a:ext cx="5719799" cy="5170104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9424" y="1717320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Waverley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959438"/>
            <a:ext cx="5332334" cy="400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42369"/>
            <a:ext cx="5713519" cy="51612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88288" y="1717320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Robertson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446292" y="2950835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Deakin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2E4E27-35DA-4175-B4A0-E6938EBDB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4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921CACEF-9671-4B55-A89E-6883A0FC3C9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5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Burgmann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Deakin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Kilburn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Robertson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562439" y="280416"/>
            <a:ext cx="3628373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9:20 – 9:30 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592616-30EB-4A31-97EF-87566364C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5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2DE62E51-7542-4B22-B4BA-E3EC90220FE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2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Deakin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Robertson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Kilburn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562439" y="280416"/>
            <a:ext cx="3628373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9:30 – 9:40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27FEA0-4263-448F-AC62-A9A12FB83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E5F84E52-56AF-419E-92D1-0092406EA89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6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Robertson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Deakin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Kilburn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562439" y="280416"/>
            <a:ext cx="3628373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9:40 – 9:50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AD0DEC-9580-46AC-994A-9AB2E092E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8700D864-5221-4B6A-BDC1-D3745C12A71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2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Glebe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Kilburn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Burgmann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Deakin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447028" y="280416"/>
            <a:ext cx="3885274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9:50 – 10:00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E60AAE-DFBD-4ABE-A411-A9C031DC2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F5AC317C-3FE1-4BF0-B949-515A94013D2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Kilburn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Deakin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Glebe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10:00 – 10:10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A96B15-671E-4016-A77E-CF4C8A4F7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198C7D5B-2123-4F3C-9611-2286A68485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9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Deakin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Waverley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Kilburn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Glebe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10:10 – 10:20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DA3A73-638B-49E5-B633-9114E39D1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3F7BF3A7-7885-43CC-A0DB-B4F1F7632B9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9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Burgmann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Glebe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Waverley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Kilburn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10:20 – 10:30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7DEC58-118C-45B0-8431-4306B0F0C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749856B6-584A-488E-A5F2-1CDA6741E4E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1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Glebe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Kilburn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Waverley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10:30 – 10:40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3FCF57-A8E1-47F6-B329-9D800D44E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DEBD31E9-8FB5-4BC2-B46A-02BDF4BD443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5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Kilburn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Robertson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Glebe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Waverley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10:40 – 10:50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75E58F-D4D8-426E-9DC4-2AC4EDE51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034D3307-C958-4129-B69A-F6E8F7C6EDB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4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Robertson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Waverley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Burgmann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Glebe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10:50 – 11:00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6F9B4A-1226-42A6-B447-74E1D019C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02B2BA0F-6405-4D6E-AF99-CEE230E8D7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5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Waverley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Glebe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Robertson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11:00 – 11:10 am</a:t>
            </a:r>
          </a:p>
        </p:txBody>
      </p:sp>
      <p:pic>
        <p:nvPicPr>
          <p:cNvPr id="15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843D4D7B-BC89-4FE4-BFB2-B63B6FEB932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58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Glebe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Deakin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Waverley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Robertson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11:10 – 11:20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DEECE1-EE67-460F-8D8E-8380F096B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5373F213-0ED6-4D80-8708-F5E8F8B7C4A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6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Deakin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Robertson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Burgmann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Waverley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11:20 – 11:30 am</a:t>
            </a:r>
          </a:p>
        </p:txBody>
      </p:sp>
      <p:pic>
        <p:nvPicPr>
          <p:cNvPr id="15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420EEB7F-37C2-41CD-AE91-F5FA3A9C93A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62A562-E47C-4342-AFEC-EB311EC7AF08}"/>
              </a:ext>
            </a:extLst>
          </p:cNvPr>
          <p:cNvSpPr/>
          <p:nvPr/>
        </p:nvSpPr>
        <p:spPr>
          <a:xfrm>
            <a:off x="242984" y="1619671"/>
            <a:ext cx="571979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7B1D-A258-4B02-A287-3FCAD40B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702" y="1619672"/>
            <a:ext cx="5713521" cy="15262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400" b="1" dirty="0"/>
              <a:t>Juniors (Courts 1-3)</a:t>
            </a:r>
          </a:p>
          <a:p>
            <a:pPr marL="0" indent="0" algn="ctr">
              <a:buNone/>
            </a:pPr>
            <a:r>
              <a:rPr lang="en-AU" sz="4400" dirty="0"/>
              <a:t>Umpires = Robertson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63212-C283-47BB-A106-A344EE0711F9}"/>
              </a:ext>
            </a:extLst>
          </p:cNvPr>
          <p:cNvSpPr txBox="1"/>
          <p:nvPr/>
        </p:nvSpPr>
        <p:spPr>
          <a:xfrm>
            <a:off x="562439" y="2897293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Waverley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Glebe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2ABB4F-0374-4D45-B60C-214264B1CB85}"/>
              </a:ext>
            </a:extLst>
          </p:cNvPr>
          <p:cNvSpPr/>
          <p:nvPr/>
        </p:nvSpPr>
        <p:spPr>
          <a:xfrm>
            <a:off x="6209556" y="1619671"/>
            <a:ext cx="5713519" cy="513065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52660-FFCC-4AFD-B66A-5C93C647135C}"/>
              </a:ext>
            </a:extLst>
          </p:cNvPr>
          <p:cNvSpPr txBox="1">
            <a:spLocks/>
          </p:cNvSpPr>
          <p:nvPr/>
        </p:nvSpPr>
        <p:spPr>
          <a:xfrm>
            <a:off x="6167025" y="1672933"/>
            <a:ext cx="5713521" cy="1526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b="1" dirty="0"/>
              <a:t>Seniors (Courts 4-6)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AU" sz="4400" dirty="0"/>
              <a:t>Umpires = Deakin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58AB0-A02B-47F6-B9B2-3421D7761E1C}"/>
              </a:ext>
            </a:extLst>
          </p:cNvPr>
          <p:cNvSpPr txBox="1"/>
          <p:nvPr/>
        </p:nvSpPr>
        <p:spPr>
          <a:xfrm>
            <a:off x="6506589" y="2906171"/>
            <a:ext cx="524004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500" b="1" dirty="0"/>
              <a:t>Burgmann</a:t>
            </a:r>
          </a:p>
          <a:p>
            <a:pPr algn="ctr"/>
            <a:r>
              <a:rPr lang="en-AU" sz="8500" b="1" dirty="0"/>
              <a:t>vs</a:t>
            </a:r>
          </a:p>
          <a:p>
            <a:pPr algn="ctr"/>
            <a:r>
              <a:rPr lang="en-AU" sz="8500" b="1" dirty="0"/>
              <a:t>Kilburn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B30011-7B2E-43EA-BF9C-6EFB51EB0C85}"/>
              </a:ext>
            </a:extLst>
          </p:cNvPr>
          <p:cNvSpPr txBox="1">
            <a:spLocks/>
          </p:cNvSpPr>
          <p:nvPr/>
        </p:nvSpPr>
        <p:spPr>
          <a:xfrm>
            <a:off x="242984" y="280416"/>
            <a:ext cx="4213606" cy="9983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>
                <a:solidFill>
                  <a:srgbClr val="FF0000"/>
                </a:solidFill>
                <a:latin typeface="+mn-lt"/>
              </a:rPr>
              <a:t>11:30 – 11:40 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BB9DC0-CEAE-4E78-BDF8-3AC8B2172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16" name="Online Media 3" title="8 Minute Countdown Timer With Alarm (Black Background, No Music, No Sound)">
            <a:hlinkClick r:id="" action="ppaction://media"/>
            <a:extLst>
              <a:ext uri="{FF2B5EF4-FFF2-40B4-BE49-F238E27FC236}">
                <a16:creationId xmlns:a16="http://schemas.microsoft.com/office/drawing/2014/main" id="{A35DE6F5-8413-489E-8FB5-B2E86079C38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64743" y="0"/>
            <a:ext cx="2862513" cy="16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42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7568D6-6876-4554-98B3-847B828DE3FF}"/>
              </a:ext>
            </a:extLst>
          </p:cNvPr>
          <p:cNvSpPr txBox="1"/>
          <p:nvPr/>
        </p:nvSpPr>
        <p:spPr>
          <a:xfrm>
            <a:off x="203470" y="676858"/>
            <a:ext cx="117850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b="1" dirty="0">
                <a:solidFill>
                  <a:schemeClr val="bg1"/>
                </a:solidFill>
              </a:rPr>
              <a:t>Return to house areas for lunch.</a:t>
            </a:r>
          </a:p>
          <a:p>
            <a:pPr algn="ctr"/>
            <a:endParaRPr lang="en-AU" sz="5400" b="1" dirty="0">
              <a:solidFill>
                <a:schemeClr val="bg1"/>
              </a:solidFill>
            </a:endParaRPr>
          </a:p>
          <a:p>
            <a:pPr algn="ctr"/>
            <a:r>
              <a:rPr lang="en-AU" sz="5400" b="1" dirty="0">
                <a:solidFill>
                  <a:schemeClr val="bg1"/>
                </a:solidFill>
              </a:rPr>
              <a:t>Don’t forget to take all your belongings and rubbish with you.</a:t>
            </a:r>
            <a:endParaRPr lang="en-AU" sz="5400" dirty="0">
              <a:solidFill>
                <a:schemeClr val="bg1"/>
              </a:solidFill>
            </a:endParaRPr>
          </a:p>
          <a:p>
            <a:pPr algn="ctr"/>
            <a:endParaRPr lang="en-AU" sz="5400" b="1" dirty="0">
              <a:solidFill>
                <a:schemeClr val="bg1"/>
              </a:solidFill>
            </a:endParaRPr>
          </a:p>
          <a:p>
            <a:pPr algn="ctr"/>
            <a:r>
              <a:rPr lang="en-AU" sz="5400" b="1" dirty="0">
                <a:solidFill>
                  <a:schemeClr val="bg1"/>
                </a:solidFill>
              </a:rPr>
              <a:t>Competitive badminton players please stay behind to pack up.</a:t>
            </a:r>
          </a:p>
          <a:p>
            <a:pPr algn="ctr"/>
            <a:endParaRPr lang="en-AU" sz="5400" b="1" dirty="0">
              <a:solidFill>
                <a:schemeClr val="bg1"/>
              </a:solidFill>
            </a:endParaRPr>
          </a:p>
          <a:p>
            <a:endParaRPr lang="en-AU" sz="36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D5B0A-44B0-4B19-9047-EC34341D4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145" y="95991"/>
            <a:ext cx="1144949" cy="580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768C0-F096-4525-AF05-AEB722538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4784663">
            <a:off x="-110808" y="235764"/>
            <a:ext cx="1005458" cy="75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0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1bd90a-6dcb-4dd4-a3e6-62badf344f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1233BD9FDD33468247CDF816EACBC8" ma:contentTypeVersion="16" ma:contentTypeDescription="Create a new document." ma:contentTypeScope="" ma:versionID="4caa5c9bb7a8027bcecc1196ff467aab">
  <xsd:schema xmlns:xsd="http://www.w3.org/2001/XMLSchema" xmlns:xs="http://www.w3.org/2001/XMLSchema" xmlns:p="http://schemas.microsoft.com/office/2006/metadata/properties" xmlns:ns3="891bd90a-6dcb-4dd4-a3e6-62badf344f94" xmlns:ns4="a8a596f0-b339-4b66-b74d-00cc0c6e57f4" targetNamespace="http://schemas.microsoft.com/office/2006/metadata/properties" ma:root="true" ma:fieldsID="865dcb65e7c776dafe485093a7e054cc" ns3:_="" ns4:_="">
    <xsd:import namespace="891bd90a-6dcb-4dd4-a3e6-62badf344f94"/>
    <xsd:import namespace="a8a596f0-b339-4b66-b74d-00cc0c6e57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1bd90a-6dcb-4dd4-a3e6-62badf344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596f0-b339-4b66-b74d-00cc0c6e57f4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01BE32-7F0B-484D-8A5B-2BC6CF9A47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C156C5-4659-4034-A68C-EBC8C4A70BD8}">
  <ds:schemaRefs>
    <ds:schemaRef ds:uri="a8a596f0-b339-4b66-b74d-00cc0c6e57f4"/>
    <ds:schemaRef ds:uri="http://schemas.microsoft.com/office/infopath/2007/PartnerControls"/>
    <ds:schemaRef ds:uri="891bd90a-6dcb-4dd4-a3e6-62badf344f94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540E04F-0F26-49F8-8D73-3BE5B6A863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1bd90a-6dcb-4dd4-a3e6-62badf344f94"/>
    <ds:schemaRef ds:uri="a8a596f0-b339-4b66-b74d-00cc0c6e57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626</Words>
  <Application>Microsoft Office PowerPoint</Application>
  <PresentationFormat>Widescreen</PresentationFormat>
  <Paragraphs>190</Paragraphs>
  <Slides>18</Slides>
  <Notes>0</Notes>
  <HiddenSlides>0</HiddenSlides>
  <MMClips>15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9:10 – 9:20 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Wijk, Adriaan</dc:creator>
  <cp:lastModifiedBy>Matthew Pham</cp:lastModifiedBy>
  <cp:revision>8</cp:revision>
  <dcterms:created xsi:type="dcterms:W3CDTF">2023-09-18T05:00:56Z</dcterms:created>
  <dcterms:modified xsi:type="dcterms:W3CDTF">2025-08-17T06:02:57Z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0x0101008F1233BD9FDD33468247CDF816EACBC8</vt:lpwstr>
  </property>
</Properties>
</file>